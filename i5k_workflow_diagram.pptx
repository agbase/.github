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3D5DD1-C331-4BB9-96EF-D0B28D870665}" v="1" dt="2026-04-30T21:13:21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oksey, Amanda (CTR) - REE-ARS" userId="af9940bc-e45f-4f6f-be0b-030ef6402e3d" providerId="ADAL" clId="{26E92B1B-188C-4E22-A183-83CC194A5A67}"/>
    <pc:docChg chg="modSld">
      <pc:chgData name="Cooksey, Amanda (CTR) - REE-ARS" userId="af9940bc-e45f-4f6f-be0b-030ef6402e3d" providerId="ADAL" clId="{26E92B1B-188C-4E22-A183-83CC194A5A67}" dt="2026-04-30T21:11:48.946" v="17" actId="20577"/>
      <pc:docMkLst>
        <pc:docMk/>
      </pc:docMkLst>
      <pc:sldChg chg="modSp mod">
        <pc:chgData name="Cooksey, Amanda (CTR) - REE-ARS" userId="af9940bc-e45f-4f6f-be0b-030ef6402e3d" providerId="ADAL" clId="{26E92B1B-188C-4E22-A183-83CC194A5A67}" dt="2026-04-30T21:11:48.946" v="17" actId="20577"/>
        <pc:sldMkLst>
          <pc:docMk/>
          <pc:sldMk cId="0" sldId="256"/>
        </pc:sldMkLst>
        <pc:spChg chg="mod">
          <ac:chgData name="Cooksey, Amanda (CTR) - REE-ARS" userId="af9940bc-e45f-4f6f-be0b-030ef6402e3d" providerId="ADAL" clId="{26E92B1B-188C-4E22-A183-83CC194A5A67}" dt="2026-04-30T21:11:48.946" v="17" actId="20577"/>
          <ac:spMkLst>
            <pc:docMk/>
            <pc:sldMk cId="0" sldId="256"/>
            <ac:spMk id="6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/>
          <p:nvPr/>
        </p:nvCxnSpPr>
        <p:spPr>
          <a:xfrm rot="5400000" flipH="1">
            <a:off x="3431675" y="-89500"/>
            <a:ext cx="23700" cy="7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" name="Google Shape;55;p13"/>
          <p:cNvGrpSpPr/>
          <p:nvPr/>
        </p:nvGrpSpPr>
        <p:grpSpPr>
          <a:xfrm>
            <a:off x="689875" y="459575"/>
            <a:ext cx="7866850" cy="4333675"/>
            <a:chOff x="689875" y="459575"/>
            <a:chExt cx="7866850" cy="4333675"/>
          </a:xfrm>
        </p:grpSpPr>
        <p:grpSp>
          <p:nvGrpSpPr>
            <p:cNvPr id="56" name="Google Shape;56;p13"/>
            <p:cNvGrpSpPr/>
            <p:nvPr/>
          </p:nvGrpSpPr>
          <p:grpSpPr>
            <a:xfrm>
              <a:off x="689875" y="1884144"/>
              <a:ext cx="1588350" cy="1066500"/>
              <a:chOff x="689875" y="1889381"/>
              <a:chExt cx="1588350" cy="1066500"/>
            </a:xfrm>
          </p:grpSpPr>
          <p:sp>
            <p:nvSpPr>
              <p:cNvPr id="57" name="Google Shape;57;p13"/>
              <p:cNvSpPr/>
              <p:nvPr/>
            </p:nvSpPr>
            <p:spPr>
              <a:xfrm>
                <a:off x="690025" y="1889381"/>
                <a:ext cx="1588200" cy="1066500"/>
              </a:xfrm>
              <a:prstGeom prst="roundRect">
                <a:avLst>
                  <a:gd name="adj" fmla="val 16667"/>
                </a:avLst>
              </a:prstGeom>
              <a:solidFill>
                <a:srgbClr val="93C47D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3"/>
              <p:cNvSpPr txBox="1"/>
              <p:nvPr/>
            </p:nvSpPr>
            <p:spPr>
              <a:xfrm>
                <a:off x="689875" y="1911525"/>
                <a:ext cx="1588200" cy="104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u="sng">
                    <a:solidFill>
                      <a:schemeClr val="dk2"/>
                    </a:solidFill>
                  </a:rPr>
                  <a:t>GOanna</a:t>
                </a:r>
                <a:endParaRPr sz="1800" b="1" u="sng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dk2"/>
                    </a:solidFill>
                  </a:rPr>
                  <a:t>Gene Ontology Annotation</a:t>
                </a:r>
                <a:endParaRPr sz="13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59" name="Google Shape;59;p13"/>
            <p:cNvGrpSpPr/>
            <p:nvPr/>
          </p:nvGrpSpPr>
          <p:grpSpPr>
            <a:xfrm>
              <a:off x="3861240" y="1884141"/>
              <a:ext cx="1627575" cy="1066506"/>
              <a:chOff x="3771375" y="1869344"/>
              <a:chExt cx="1627575" cy="1066506"/>
            </a:xfrm>
          </p:grpSpPr>
          <p:sp>
            <p:nvSpPr>
              <p:cNvPr id="60" name="Google Shape;60;p13"/>
              <p:cNvSpPr/>
              <p:nvPr/>
            </p:nvSpPr>
            <p:spPr>
              <a:xfrm>
                <a:off x="3771375" y="1869350"/>
                <a:ext cx="1627500" cy="1066500"/>
              </a:xfrm>
              <a:prstGeom prst="roundRect">
                <a:avLst>
                  <a:gd name="adj" fmla="val 16667"/>
                </a:avLst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3"/>
              <p:cNvSpPr txBox="1"/>
              <p:nvPr/>
            </p:nvSpPr>
            <p:spPr>
              <a:xfrm>
                <a:off x="3771450" y="1869344"/>
                <a:ext cx="1627500" cy="10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u="sng">
                    <a:solidFill>
                      <a:schemeClr val="dk2"/>
                    </a:solidFill>
                  </a:rPr>
                  <a:t>InterProScan</a:t>
                </a:r>
                <a:endParaRPr sz="1800" b="1" u="sng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dk2"/>
                    </a:solidFill>
                  </a:rPr>
                  <a:t>Gene-family and domain-based annotation</a:t>
                </a:r>
                <a:endParaRPr sz="13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62" name="Google Shape;62;p13"/>
            <p:cNvGrpSpPr/>
            <p:nvPr/>
          </p:nvGrpSpPr>
          <p:grpSpPr>
            <a:xfrm>
              <a:off x="6757925" y="1882159"/>
              <a:ext cx="1798800" cy="1070469"/>
              <a:chOff x="6757925" y="1856756"/>
              <a:chExt cx="1798800" cy="1070469"/>
            </a:xfrm>
          </p:grpSpPr>
          <p:sp>
            <p:nvSpPr>
              <p:cNvPr id="63" name="Google Shape;63;p13"/>
              <p:cNvSpPr/>
              <p:nvPr/>
            </p:nvSpPr>
            <p:spPr>
              <a:xfrm>
                <a:off x="6757925" y="1856756"/>
                <a:ext cx="1798800" cy="1066500"/>
              </a:xfrm>
              <a:prstGeom prst="roundRect">
                <a:avLst>
                  <a:gd name="adj" fmla="val 16667"/>
                </a:avLst>
              </a:prstGeom>
              <a:solidFill>
                <a:srgbClr val="B4A7D6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3"/>
              <p:cNvSpPr txBox="1"/>
              <p:nvPr/>
            </p:nvSpPr>
            <p:spPr>
              <a:xfrm>
                <a:off x="6757925" y="1860725"/>
                <a:ext cx="1798800" cy="10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u="sng" dirty="0">
                    <a:solidFill>
                      <a:schemeClr val="dk2"/>
                    </a:solidFill>
                  </a:rPr>
                  <a:t>Pathannotator</a:t>
                </a:r>
                <a:endParaRPr sz="1800" b="1" u="sng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dk2"/>
                    </a:solidFill>
                  </a:rPr>
                  <a:t>KEGG, FlyBase and Reactome pathways annotation</a:t>
                </a:r>
                <a:endParaRPr sz="1300" dirty="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65" name="Google Shape;65;p13"/>
            <p:cNvGrpSpPr/>
            <p:nvPr/>
          </p:nvGrpSpPr>
          <p:grpSpPr>
            <a:xfrm>
              <a:off x="3768117" y="4042650"/>
              <a:ext cx="1813820" cy="750600"/>
              <a:chOff x="3718830" y="4042650"/>
              <a:chExt cx="1813820" cy="750600"/>
            </a:xfrm>
          </p:grpSpPr>
          <p:sp>
            <p:nvSpPr>
              <p:cNvPr id="66" name="Google Shape;66;p13"/>
              <p:cNvSpPr/>
              <p:nvPr/>
            </p:nvSpPr>
            <p:spPr>
              <a:xfrm>
                <a:off x="3718830" y="4042650"/>
                <a:ext cx="1813800" cy="726900"/>
              </a:xfrm>
              <a:prstGeom prst="roundRect">
                <a:avLst>
                  <a:gd name="adj" fmla="val 16667"/>
                </a:avLst>
              </a:prstGeom>
              <a:solidFill>
                <a:srgbClr val="FFE5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3"/>
              <p:cNvSpPr txBox="1"/>
              <p:nvPr/>
            </p:nvSpPr>
            <p:spPr>
              <a:xfrm>
                <a:off x="3718850" y="4066350"/>
                <a:ext cx="1813800" cy="72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u="sng">
                    <a:solidFill>
                      <a:schemeClr val="dk2"/>
                    </a:solidFill>
                  </a:rPr>
                  <a:t>combine GAFs</a:t>
                </a:r>
                <a:endParaRPr sz="1800" b="1" u="sng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>
                    <a:solidFill>
                      <a:schemeClr val="dk2"/>
                    </a:solidFill>
                  </a:rPr>
                  <a:t>Combines outputs</a:t>
                </a:r>
                <a:endParaRPr sz="13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68" name="Google Shape;68;p13"/>
            <p:cNvGrpSpPr/>
            <p:nvPr/>
          </p:nvGrpSpPr>
          <p:grpSpPr>
            <a:xfrm>
              <a:off x="3726877" y="459575"/>
              <a:ext cx="1896300" cy="547200"/>
              <a:chOff x="3734925" y="459575"/>
              <a:chExt cx="1896300" cy="547200"/>
            </a:xfrm>
          </p:grpSpPr>
          <p:sp>
            <p:nvSpPr>
              <p:cNvPr id="69" name="Google Shape;69;p13"/>
              <p:cNvSpPr/>
              <p:nvPr/>
            </p:nvSpPr>
            <p:spPr>
              <a:xfrm>
                <a:off x="3734925" y="459575"/>
                <a:ext cx="1877400" cy="525300"/>
              </a:xfrm>
              <a:prstGeom prst="roundRect">
                <a:avLst>
                  <a:gd name="adj" fmla="val 16667"/>
                </a:avLst>
              </a:prstGeom>
              <a:solidFill>
                <a:srgbClr val="9FC5E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3734925" y="459575"/>
                <a:ext cx="1896300" cy="54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chemeClr val="dk2"/>
                    </a:solidFill>
                  </a:rPr>
                  <a:t>Protein FASTA</a:t>
                </a:r>
                <a:endParaRPr sz="1800" b="1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71" name="Google Shape;71;p13"/>
            <p:cNvCxnSpPr>
              <a:stCxn id="70" idx="1"/>
              <a:endCxn id="58" idx="0"/>
            </p:cNvCxnSpPr>
            <p:nvPr/>
          </p:nvCxnSpPr>
          <p:spPr>
            <a:xfrm flipH="1">
              <a:off x="1484077" y="733175"/>
              <a:ext cx="2242800" cy="1173000"/>
            </a:xfrm>
            <a:prstGeom prst="bentConnector2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13"/>
            <p:cNvCxnSpPr>
              <a:endCxn id="64" idx="0"/>
            </p:cNvCxnSpPr>
            <p:nvPr/>
          </p:nvCxnSpPr>
          <p:spPr>
            <a:xfrm>
              <a:off x="5628125" y="732028"/>
              <a:ext cx="2029200" cy="1154100"/>
            </a:xfrm>
            <a:prstGeom prst="bentConnector2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13"/>
            <p:cNvCxnSpPr>
              <a:endCxn id="67" idx="1"/>
            </p:cNvCxnSpPr>
            <p:nvPr/>
          </p:nvCxnSpPr>
          <p:spPr>
            <a:xfrm>
              <a:off x="1488138" y="2952300"/>
              <a:ext cx="2280000" cy="1477500"/>
            </a:xfrm>
            <a:prstGeom prst="bentConnector3">
              <a:avLst>
                <a:gd name="adj1" fmla="val 34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13"/>
            <p:cNvCxnSpPr>
              <a:endCxn id="61" idx="0"/>
            </p:cNvCxnSpPr>
            <p:nvPr/>
          </p:nvCxnSpPr>
          <p:spPr>
            <a:xfrm flipH="1">
              <a:off x="4675065" y="1016541"/>
              <a:ext cx="4800" cy="86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13"/>
            <p:cNvCxnSpPr>
              <a:endCxn id="67" idx="0"/>
            </p:cNvCxnSpPr>
            <p:nvPr/>
          </p:nvCxnSpPr>
          <p:spPr>
            <a:xfrm flipH="1">
              <a:off x="4675038" y="2960250"/>
              <a:ext cx="12900" cy="1106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6;p13"/>
            <p:cNvCxnSpPr/>
            <p:nvPr/>
          </p:nvCxnSpPr>
          <p:spPr>
            <a:xfrm>
              <a:off x="1480075" y="739888"/>
              <a:ext cx="9000" cy="11664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7" name="Google Shape;77;p13"/>
            <p:cNvCxnSpPr>
              <a:endCxn id="64" idx="0"/>
            </p:cNvCxnSpPr>
            <p:nvPr/>
          </p:nvCxnSpPr>
          <p:spPr>
            <a:xfrm flipH="1">
              <a:off x="7657325" y="741028"/>
              <a:ext cx="1500" cy="11451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8" name="Google Shape;78;p13"/>
            <p:cNvCxnSpPr>
              <a:endCxn id="61" idx="0"/>
            </p:cNvCxnSpPr>
            <p:nvPr/>
          </p:nvCxnSpPr>
          <p:spPr>
            <a:xfrm flipH="1">
              <a:off x="4675065" y="1009341"/>
              <a:ext cx="8100" cy="874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" name="Google Shape;79;p13"/>
            <p:cNvCxnSpPr>
              <a:endCxn id="67" idx="0"/>
            </p:cNvCxnSpPr>
            <p:nvPr/>
          </p:nvCxnSpPr>
          <p:spPr>
            <a:xfrm>
              <a:off x="4674438" y="2973150"/>
              <a:ext cx="600" cy="1093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" name="Google Shape;80;p13"/>
            <p:cNvCxnSpPr>
              <a:endCxn id="67" idx="1"/>
            </p:cNvCxnSpPr>
            <p:nvPr/>
          </p:nvCxnSpPr>
          <p:spPr>
            <a:xfrm rot="10800000" flipH="1">
              <a:off x="1508238" y="4429800"/>
              <a:ext cx="2259900" cy="51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" name="Google Shape;81;p13"/>
            <p:cNvCxnSpPr/>
            <p:nvPr/>
          </p:nvCxnSpPr>
          <p:spPr>
            <a:xfrm>
              <a:off x="1490850" y="2973025"/>
              <a:ext cx="0" cy="14619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d5b36e7-01ee-4ebc-867e-e03cfa0d4697}" enabled="0" method="" siteId="{ed5b36e7-01ee-4ebc-867e-e03cfa0d469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On-screen Show (16:9)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Cooksey, Amanda (CTR) - REE-ARS</dc:creator>
  <cp:lastModifiedBy>Cooksey, Amanda (CTR) - REE-ARS</cp:lastModifiedBy>
  <cp:revision>1</cp:revision>
  <dcterms:modified xsi:type="dcterms:W3CDTF">2026-04-30T21:13:28Z</dcterms:modified>
</cp:coreProperties>
</file>